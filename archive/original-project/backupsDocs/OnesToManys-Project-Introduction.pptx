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OnesToManys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 a Full-Stack 3-Tier Application</a:t>
            </a:r>
          </a:p>
          <a:p/>
          <a:p>
            <a:r>
              <a:t>A Week-Long Individual Project</a:t>
            </a:r>
          </a:p>
          <a:p>
            <a:r>
              <a:t>Database • REST API • Frontend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Project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You are not just writing code—you're practicing how real systems are built:</a:t>
            </a:r>
          </a:p>
          <a:p>
            <a:pPr lvl="1">
              <a:defRPr sz="1600"/>
            </a:pPr>
            <a:r>
              <a:t>Model data that reflects real-world relationships</a:t>
            </a:r>
          </a:p>
          <a:p>
            <a:pPr lvl="1">
              <a:defRPr sz="1600"/>
            </a:pPr>
            <a:r>
              <a:t>Build APIs that teams can consume</a:t>
            </a:r>
          </a:p>
          <a:p>
            <a:pPr lvl="1">
              <a:defRPr sz="1600"/>
            </a:pPr>
            <a:r>
              <a:t>Connect backend logic to user-facing interfaces</a:t>
            </a:r>
          </a:p>
          <a:p>
            <a:pPr lvl="1">
              <a:defRPr sz="1600"/>
            </a:pPr>
            <a:r>
              <a:t>Work across database, server, and frontend layers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This project bridges theory and practical application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Complete 3-Tier Application:</a:t>
            </a:r>
          </a:p>
          <a:p>
            <a:pPr lvl="1">
              <a:defRPr sz="1600"/>
            </a:pPr>
            <a:r>
              <a:t>Presentation Layer: Web user interface (Vanilla JS + React)</a:t>
            </a:r>
          </a:p>
          <a:p>
            <a:pPr lvl="1">
              <a:defRPr sz="1600"/>
            </a:pPr>
            <a:r>
              <a:t>Business Logic Layer: REST API service</a:t>
            </a:r>
          </a:p>
          <a:p>
            <a:pPr lvl="1">
              <a:defRPr sz="1600"/>
            </a:pPr>
            <a:r>
              <a:t>Data Layer: Relational database with proper schema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Core Capability:</a:t>
            </a:r>
          </a:p>
          <a:p>
            <a:pPr lvl="1">
              <a:defRPr sz="1600"/>
            </a:pPr>
            <a:r>
              <a:t>Full CRUD operations for master and detail entities</a:t>
            </a:r>
          </a:p>
          <a:p>
            <a:pPr lvl="1">
              <a:defRPr sz="1600"/>
            </a:pPr>
            <a:r>
              <a:t>One-to-many relationship endpoints and UI navigation</a:t>
            </a:r>
          </a:p>
          <a:p>
            <a:pPr lvl="1">
              <a:defRPr sz="1600"/>
            </a:pPr>
            <a:r>
              <a:t>Data import/export in multiple formats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Concept: Master-Detail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Master-Detail (One-to-Many) Relationships:</a:t>
            </a:r>
          </a:p>
          <a:p>
            <a:pPr lvl="1">
              <a:defRPr sz="1600"/>
            </a:pPr>
            <a:r>
              <a:t>Master record: can exist independently</a:t>
            </a:r>
          </a:p>
          <a:p>
            <a:pPr lvl="1">
              <a:defRPr sz="1600"/>
            </a:pPr>
            <a:r>
              <a:t>Detail record: belongs to exactly one master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Real-World Examples:</a:t>
            </a:r>
          </a:p>
          <a:p>
            <a:pPr lvl="1">
              <a:defRPr sz="1600"/>
            </a:pPr>
            <a:r>
              <a:t>Customer → Orders</a:t>
            </a:r>
          </a:p>
          <a:p>
            <a:pPr lvl="1">
              <a:defRPr sz="1600"/>
            </a:pPr>
            <a:r>
              <a:t>Course → Students</a:t>
            </a:r>
          </a:p>
          <a:p>
            <a:pPr lvl="1">
              <a:defRPr sz="1600"/>
            </a:pPr>
            <a:r>
              <a:t>Blog → Comments</a:t>
            </a:r>
          </a:p>
          <a:p>
            <a:pPr lvl="1">
              <a:defRPr sz="1600"/>
            </a:pPr>
            <a:r>
              <a:t>Playlist → Songs</a:t>
            </a:r>
          </a:p>
          <a:p>
            <a:pPr lvl="1">
              <a:defRPr sz="1600"/>
            </a:pPr>
            <a:r>
              <a:t>Project → Tasks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Design Goal: Data integrity + intuitive 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Own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Pick ONE scenario and build it end-to-end yourself: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Available Options:</a:t>
            </a:r>
          </a:p>
          <a:p>
            <a:pPr lvl="1">
              <a:defRPr sz="1600"/>
            </a:pPr>
            <a:r>
              <a:t>Customer-Orders management system</a:t>
            </a:r>
          </a:p>
          <a:p>
            <a:pPr lvl="1">
              <a:defRPr sz="1600"/>
            </a:pPr>
            <a:r>
              <a:t>Course-Students enrollment tracking</a:t>
            </a:r>
          </a:p>
          <a:p>
            <a:pPr lvl="1">
              <a:defRPr sz="1600"/>
            </a:pPr>
            <a:r>
              <a:t>Blog-Comments content management</a:t>
            </a:r>
          </a:p>
          <a:p>
            <a:pPr lvl="1">
              <a:defRPr sz="1600"/>
            </a:pPr>
            <a:r>
              <a:t>Playlist-Songs media organization</a:t>
            </a:r>
          </a:p>
          <a:p>
            <a:pPr lvl="1">
              <a:defRPr sz="1600"/>
            </a:pPr>
            <a:r>
              <a:t>Project-Tasks workflow management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Rule of Thumb:</a:t>
            </a:r>
          </a:p>
          <a:p>
            <a:pPr lvl="1">
              <a:defRPr sz="1600"/>
            </a:pPr>
            <a:r>
              <a:t>Keep the model simple enough to finish in a week</a:t>
            </a:r>
          </a:p>
          <a:p>
            <a:pPr lvl="1">
              <a:defRPr sz="1600"/>
            </a:pPr>
            <a:r>
              <a:t>Make it interesting enough to stay motivated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(7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Days 1-2: Foundation</a:t>
            </a:r>
          </a:p>
          <a:p>
            <a:pPr lvl="1">
              <a:defRPr sz="1600"/>
            </a:pPr>
            <a:r>
              <a:t>Plan entities and relationships</a:t>
            </a:r>
          </a:p>
          <a:p>
            <a:pPr lvl="1">
              <a:defRPr sz="1600"/>
            </a:pPr>
            <a:r>
              <a:t>Write database schema SQL (DDL statements)</a:t>
            </a:r>
          </a:p>
          <a:p>
            <a:pPr lvl="1">
              <a:defRPr sz="1600"/>
            </a:pPr>
            <a:r>
              <a:t>Generate and load synthetic test data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Days 3-4: Backend Development</a:t>
            </a:r>
          </a:p>
          <a:p>
            <a:pPr lvl="1">
              <a:defRPr sz="1600"/>
            </a:pPr>
            <a:r>
              <a:t>Implement REST API with CRUD endpoints</a:t>
            </a:r>
          </a:p>
          <a:p>
            <a:pPr lvl="1">
              <a:defRPr sz="1600"/>
            </a:pPr>
            <a:r>
              <a:t>Add one-to-many relationship routes</a:t>
            </a:r>
          </a:p>
          <a:p>
            <a:pPr lvl="1">
              <a:defRPr sz="1600"/>
            </a:pPr>
            <a:r>
              <a:t>Test with curl and Postman/Insomnia/Everest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Days 5-7: Frontend Integration</a:t>
            </a:r>
          </a:p>
          <a:p>
            <a:pPr lvl="1">
              <a:defRPr sz="1600"/>
            </a:pPr>
            <a:r>
              <a:t>Build Vanilla JavaScript client</a:t>
            </a:r>
          </a:p>
          <a:p>
            <a:pPr lvl="1">
              <a:defRPr sz="1600"/>
            </a:pPr>
            <a:r>
              <a:t>Build React application</a:t>
            </a:r>
          </a:p>
          <a:p>
            <a:pPr lvl="1">
              <a:defRPr sz="1600"/>
            </a:pPr>
            <a:r>
              <a:t>Implement CRUD operations and relationship 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Java Track:</a:t>
            </a:r>
          </a:p>
          <a:p>
            <a:pPr lvl="1">
              <a:defRPr sz="1600"/>
            </a:pPr>
            <a:r>
              <a:t>Spring Boot framework</a:t>
            </a:r>
          </a:p>
          <a:p>
            <a:pPr lvl="1">
              <a:defRPr sz="1600"/>
            </a:pPr>
            <a:r>
              <a:t>Spring Data / JPA / Hibernate ORM</a:t>
            </a:r>
          </a:p>
          <a:p>
            <a:pPr lvl="1">
              <a:defRPr sz="1600"/>
            </a:pPr>
            <a:r>
              <a:t>Maven project management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Python Track:</a:t>
            </a:r>
          </a:p>
          <a:p>
            <a:pPr lvl="1">
              <a:defRPr sz="1600"/>
            </a:pPr>
            <a:r>
              <a:t>Flask or FastAPI framework</a:t>
            </a:r>
          </a:p>
          <a:p>
            <a:pPr lvl="1">
              <a:defRPr sz="1600"/>
            </a:pPr>
            <a:r>
              <a:t>SQLAlchemy ORM</a:t>
            </a:r>
          </a:p>
          <a:p>
            <a:pPr lvl="1">
              <a:defRPr sz="1600"/>
            </a:pPr>
            <a:r>
              <a:t>pip-based package management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Universal Tools:</a:t>
            </a:r>
          </a:p>
          <a:p>
            <a:pPr lvl="1">
              <a:defRPr sz="1600"/>
            </a:pPr>
            <a:r>
              <a:t>Git version control • curl • Postman/Insomnia/Everest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By the end of the project, you must submit: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Database schema SQL file (DDL statements)</a:t>
            </a:r>
          </a:p>
          <a:p>
            <a:pPr lvl="1">
              <a:defRPr sz="1600"/>
            </a:pPr>
            <a:r>
              <a:t>Synthetic test data SQL file</a:t>
            </a:r>
          </a:p>
          <a:p>
            <a:pPr lvl="1">
              <a:defRPr sz="1600"/>
            </a:pPr>
            <a:r>
              <a:t>REST API with full CRUD for both entities</a:t>
            </a:r>
          </a:p>
          <a:p>
            <a:pPr lvl="1">
              <a:defRPr sz="1600"/>
            </a:pPr>
            <a:r>
              <a:t>Relationship endpoints for one-to-many navigation</a:t>
            </a:r>
          </a:p>
          <a:p>
            <a:pPr lvl="1">
              <a:defRPr sz="1600"/>
            </a:pPr>
            <a:r>
              <a:t>Data import/export support (SQL and/or JSON)</a:t>
            </a:r>
          </a:p>
          <a:p>
            <a:pPr lvl="1">
              <a:defRPr sz="1600"/>
            </a:pPr>
            <a:r>
              <a:t>Vanilla JavaScript frontend application</a:t>
            </a:r>
          </a:p>
          <a:p>
            <a:pPr lvl="1">
              <a:defRPr sz="1600"/>
            </a:pPr>
            <a:r>
              <a:t>React frontend application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All code should be clean, maintainable, and well-organized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Will Be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Assessment Criteria: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Correct relationship design and schema quality</a:t>
            </a:r>
          </a:p>
          <a:p>
            <a:pPr lvl="1">
              <a:defRPr sz="1600"/>
            </a:pPr>
            <a:r>
              <a:t>API completeness and proper HTTP conventions</a:t>
            </a:r>
          </a:p>
          <a:p>
            <a:pPr lvl="1">
              <a:defRPr sz="1600"/>
            </a:pPr>
            <a:r>
              <a:t>Code quality and maintainability</a:t>
            </a:r>
          </a:p>
          <a:p>
            <a:pPr lvl="1">
              <a:defRPr sz="1600"/>
            </a:pPr>
            <a:r>
              <a:t>Frontend usability for hierarchical data navigation</a:t>
            </a:r>
          </a:p>
          <a:p>
            <a:pPr lvl="1">
              <a:defRPr sz="1600"/>
            </a:pPr>
            <a:r>
              <a:t>End-to-end integration and reliability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Success looks like:</a:t>
            </a:r>
          </a:p>
          <a:p>
            <a:pPr lvl="1">
              <a:defRPr sz="1600"/>
            </a:pPr>
            <a:r>
              <a:t>A working application where users can manage both master and detail records smoothly through an intuitive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Started: First 24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Your Kickoff Checklist: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1. Pick your domain (Customer-Orders, Course-Students, etc.)</a:t>
            </a:r>
          </a:p>
          <a:p>
            <a:pPr lvl="1">
              <a:defRPr sz="1600"/>
            </a:pPr>
            <a:r>
              <a:t>2. Draw master and detail entities with attributes</a:t>
            </a:r>
          </a:p>
          <a:p>
            <a:pPr lvl="1">
              <a:defRPr sz="1600"/>
            </a:pPr>
            <a:r>
              <a:t>3. Define primary keys and foreign key constraints</a:t>
            </a:r>
          </a:p>
          <a:p>
            <a:pPr lvl="1">
              <a:defRPr sz="1600"/>
            </a:pPr>
            <a:r>
              <a:t>4. Create schema SQL and load sample data</a:t>
            </a:r>
          </a:p>
          <a:p>
            <a:pPr lvl="1">
              <a:defRPr sz="1600"/>
            </a:pPr>
            <a:r>
              <a:t>5. Test your first GET endpoints with curl</a:t>
            </a:r>
          </a:p>
          <a:p>
            <a:pPr lvl="1">
              <a:defRPr sz="1600"/>
            </a:pPr>
            <a:r>
              <a:t>6. Set up a Kanban board with at least 12 starter cards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Milestone Checkpoint:</a:t>
            </a:r>
          </a:p>
          <a:p>
            <a:pPr lvl="1">
              <a:defRPr sz="1600"/>
            </a:pPr>
            <a:r>
              <a:t>If your schema, first GET endpoints, and Kanban board are working by end of Day 1, you're on track!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